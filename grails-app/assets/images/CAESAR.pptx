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75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09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43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06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346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81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2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51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455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13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14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598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D5594-1C06-456E-A9AC-1D1C20D56D20}" type="datetimeFigureOut">
              <a:rPr lang="es-ES" smtClean="0"/>
              <a:t>25/05/2020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C1D09-2962-498B-A0BC-94C07BA0AE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002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DFAC7F3-2318-4DF8-8CDA-A373DA483914}"/>
              </a:ext>
            </a:extLst>
          </p:cNvPr>
          <p:cNvGrpSpPr/>
          <p:nvPr/>
        </p:nvGrpSpPr>
        <p:grpSpPr>
          <a:xfrm>
            <a:off x="1775804" y="632805"/>
            <a:ext cx="5592390" cy="5592390"/>
            <a:chOff x="1775804" y="632805"/>
            <a:chExt cx="5592390" cy="5592390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84A3B276-AFBF-4204-BF9D-4B4F1DB6C9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encilSketch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3" t="8190" r="9317" b="9501"/>
            <a:stretch/>
          </p:blipFill>
          <p:spPr>
            <a:xfrm>
              <a:off x="2885243" y="1589103"/>
              <a:ext cx="3364638" cy="3622089"/>
            </a:xfrm>
            <a:prstGeom prst="rect">
              <a:avLst/>
            </a:prstGeom>
          </p:spPr>
        </p:pic>
        <p:sp>
          <p:nvSpPr>
            <p:cNvPr id="4" name="Círculo: vacío 3">
              <a:extLst>
                <a:ext uri="{FF2B5EF4-FFF2-40B4-BE49-F238E27FC236}">
                  <a16:creationId xmlns:a16="http://schemas.microsoft.com/office/drawing/2014/main" id="{562838ED-F5D5-4D76-A7C9-D322BF971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804" y="632805"/>
              <a:ext cx="5592390" cy="5592390"/>
            </a:xfrm>
            <a:prstGeom prst="donut">
              <a:avLst>
                <a:gd name="adj" fmla="val 7539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00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05E7CB53-A386-4C08-ACA8-83F60D03C6FD}"/>
              </a:ext>
            </a:extLst>
          </p:cNvPr>
          <p:cNvGrpSpPr/>
          <p:nvPr/>
        </p:nvGrpSpPr>
        <p:grpSpPr>
          <a:xfrm>
            <a:off x="1775804" y="632805"/>
            <a:ext cx="5592390" cy="5592390"/>
            <a:chOff x="1775804" y="632805"/>
            <a:chExt cx="5592390" cy="5592390"/>
          </a:xfrm>
        </p:grpSpPr>
        <p:sp>
          <p:nvSpPr>
            <p:cNvPr id="9" name="Diagrama de flujo: conector 8">
              <a:extLst>
                <a:ext uri="{FF2B5EF4-FFF2-40B4-BE49-F238E27FC236}">
                  <a16:creationId xmlns:a16="http://schemas.microsoft.com/office/drawing/2014/main" id="{27757280-EF01-4CAA-985F-31308BC08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5183" y="878740"/>
              <a:ext cx="4953633" cy="4953633"/>
            </a:xfrm>
            <a:prstGeom prst="flowChartConnector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Círculo: vacío 3">
              <a:extLst>
                <a:ext uri="{FF2B5EF4-FFF2-40B4-BE49-F238E27FC236}">
                  <a16:creationId xmlns:a16="http://schemas.microsoft.com/office/drawing/2014/main" id="{562838ED-F5D5-4D76-A7C9-D322BF971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804" y="632805"/>
              <a:ext cx="5592390" cy="5592390"/>
            </a:xfrm>
            <a:prstGeom prst="donut">
              <a:avLst>
                <a:gd name="adj" fmla="val 7126"/>
              </a:avLst>
            </a:prstGeom>
            <a:gradFill flip="none" rotWithShape="1">
              <a:gsLst>
                <a:gs pos="0">
                  <a:schemeClr val="accent2"/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66C11A5-1990-46A9-A0D5-13EC22461D3A}"/>
                </a:ext>
              </a:extLst>
            </p:cNvPr>
            <p:cNvGrpSpPr/>
            <p:nvPr/>
          </p:nvGrpSpPr>
          <p:grpSpPr>
            <a:xfrm rot="1974743">
              <a:off x="3094851" y="1183421"/>
              <a:ext cx="2860678" cy="4238944"/>
              <a:chOff x="3029706" y="1417868"/>
              <a:chExt cx="2600616" cy="3853585"/>
            </a:xfrm>
          </p:grpSpPr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467C40A3-0C44-4D70-83DF-C2E7406DAA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encilSketch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3" t="8190" r="51721" b="9501"/>
              <a:stretch/>
            </p:blipFill>
            <p:spPr>
              <a:xfrm>
                <a:off x="4161471" y="1417868"/>
                <a:ext cx="1468851" cy="3292808"/>
              </a:xfrm>
              <a:prstGeom prst="rect">
                <a:avLst/>
              </a:prstGeom>
            </p:spPr>
          </p:pic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84A3B276-AFBF-4204-BF9D-4B4F1DB6C9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encilSketch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3" t="8190" r="51721" b="9501"/>
              <a:stretch/>
            </p:blipFill>
            <p:spPr>
              <a:xfrm>
                <a:off x="3029706" y="1978645"/>
                <a:ext cx="1468851" cy="329280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7305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cuarto&#10;&#10;Descripción generada automáticamente">
            <a:extLst>
              <a:ext uri="{FF2B5EF4-FFF2-40B4-BE49-F238E27FC236}">
                <a16:creationId xmlns:a16="http://schemas.microsoft.com/office/drawing/2014/main" id="{AFDB8988-66FA-4CCB-972F-FFA3F8118E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1000"/>
            <a:ext cx="6096000" cy="60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Imagen 4" descr="Imagen que contiene dibujo, reloj, señal&#10;&#10;Descripción generada automáticamente">
            <a:extLst>
              <a:ext uri="{FF2B5EF4-FFF2-40B4-BE49-F238E27FC236}">
                <a16:creationId xmlns:a16="http://schemas.microsoft.com/office/drawing/2014/main" id="{B4B55033-D270-47FC-A319-DAC52E13C8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46" y="381000"/>
            <a:ext cx="155279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0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cuarto&#10;&#10;Descripción generada automáticamente">
            <a:extLst>
              <a:ext uri="{FF2B5EF4-FFF2-40B4-BE49-F238E27FC236}">
                <a16:creationId xmlns:a16="http://schemas.microsoft.com/office/drawing/2014/main" id="{9E8B8395-14E9-4E35-81D6-33080EE8A8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1000"/>
            <a:ext cx="6096000" cy="6096000"/>
          </a:xfrm>
          <a:prstGeom prst="rect">
            <a:avLst/>
          </a:prstGeom>
        </p:spPr>
      </p:pic>
      <p:pic>
        <p:nvPicPr>
          <p:cNvPr id="4" name="Imagen 3" descr="Imagen que contiene dibujo, reloj, señal&#10;&#10;Descripción generada automáticamente">
            <a:extLst>
              <a:ext uri="{FF2B5EF4-FFF2-40B4-BE49-F238E27FC236}">
                <a16:creationId xmlns:a16="http://schemas.microsoft.com/office/drawing/2014/main" id="{F0230A16-B982-4C42-BC42-AF9DED8FA4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46" y="381000"/>
            <a:ext cx="155279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1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7AD88D-DC82-49F3-8A09-D13099CE09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90" t="-2934" r="25093" b="69401"/>
          <a:stretch/>
        </p:blipFill>
        <p:spPr>
          <a:xfrm>
            <a:off x="315685" y="97971"/>
            <a:ext cx="1436914" cy="152399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D2239B-869B-426D-B665-4DFD20A554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876" y="1951262"/>
            <a:ext cx="6162421" cy="45447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F12CE1-1500-4A60-A16F-FABD4677A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9" t="-1017" r="51943" b="69400"/>
          <a:stretch/>
        </p:blipFill>
        <p:spPr>
          <a:xfrm>
            <a:off x="260703" y="1730829"/>
            <a:ext cx="1436915" cy="143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5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2D9397-DE3A-4936-94BD-73B2709068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9" t="17915" r="17597" b="18189"/>
          <a:stretch/>
        </p:blipFill>
        <p:spPr>
          <a:xfrm>
            <a:off x="5591452" y="3360937"/>
            <a:ext cx="3151573" cy="3116063"/>
          </a:xfrm>
          <a:prstGeom prst="rect">
            <a:avLst/>
          </a:prstGeom>
        </p:spPr>
      </p:pic>
      <p:pic>
        <p:nvPicPr>
          <p:cNvPr id="3" name="Imagen 2" descr="Imagen que contiene dibujo, reloj, señal&#10;&#10;Descripción generada automáticamente">
            <a:extLst>
              <a:ext uri="{FF2B5EF4-FFF2-40B4-BE49-F238E27FC236}">
                <a16:creationId xmlns:a16="http://schemas.microsoft.com/office/drawing/2014/main" id="{CD09A292-6B79-413D-A1EF-65673D6F6E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46" y="381000"/>
            <a:ext cx="1552792" cy="15527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93A1C4-6438-46C8-A980-B6DF73F5988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543" y="862080"/>
            <a:ext cx="2143424" cy="21434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9EECD15-0EA3-4274-987A-052EA8EE48B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66" y="862080"/>
            <a:ext cx="2136898" cy="21368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DC944B-5C5D-4542-BA0B-7E331303829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989" y="3274989"/>
            <a:ext cx="308021" cy="3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00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560</TotalTime>
  <Words>0</Words>
  <Application>Microsoft Office PowerPoint</Application>
  <PresentationFormat>Presentación en pantalla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Amador Durán Toro</dc:creator>
  <cp:lastModifiedBy>Amador Durán Toro</cp:lastModifiedBy>
  <cp:revision>9</cp:revision>
  <dcterms:created xsi:type="dcterms:W3CDTF">2020-05-25T11:45:16Z</dcterms:created>
  <dcterms:modified xsi:type="dcterms:W3CDTF">2020-05-25T21:05:35Z</dcterms:modified>
</cp:coreProperties>
</file>